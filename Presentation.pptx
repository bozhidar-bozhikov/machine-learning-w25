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F5AE-F5F3-0627-1C82-B69886476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50D856-AE6C-DFE9-62B0-10A3AF775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7C1FC-DC40-4BD9-B1D8-595582791F12}" type="datetimeFigureOut">
              <a:rPr lang="bg-BG" smtClean="0"/>
              <a:t>10.2.2026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3245F-41EE-723E-D342-AB67007FA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3AB3C-B603-24DF-4FE4-D762EE0F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56A0-3702-4E66-B133-BE7EF1BC23C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2987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55F92B-3608-C389-B903-1C105243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B493-9518-978C-40AB-B7C4BA08A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40627-2D6E-A3E3-2D3C-38F2F15FB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7C1FC-DC40-4BD9-B1D8-595582791F12}" type="datetimeFigureOut">
              <a:rPr lang="bg-BG" smtClean="0"/>
              <a:t>10.2.2026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C85B0-A2C0-BB0C-A40F-E1DE979F0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8F2A8-1273-FB55-86F5-7D7AA0F9B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B56A0-3702-4E66-B133-BE7EF1BC23C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0281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646BE11-ECD3-6418-F6F5-17B16E5A5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Binary image classifier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CA395E-A7D5-CD54-512D-20B33B2D04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5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11EBA1A-58F3-C8AB-48DA-C042B939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Main Idea</a:t>
            </a:r>
            <a:endParaRPr lang="bg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BF8517-26F6-F83D-8707-4800AD0984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1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B6BC67D-1DAF-5193-8F7C-E729B318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Comparison </a:t>
            </a:r>
            <a:endParaRPr lang="bg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461B1-2CAF-FD5B-6024-31DDCF18B6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48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0032322-F501-C5D2-932A-4A352157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Dataset &amp; Data augmentation</a:t>
            </a:r>
            <a:endParaRPr lang="bg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D8DB8A-E98B-36F0-68A8-C583205C04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6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388B1E8-3659-0D8F-51C1-CF150937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Model Architecture</a:t>
            </a:r>
            <a:endParaRPr lang="bg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DC6074-6E62-4248-E537-7FB8099592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3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63E7D45-EF50-89BB-1735-C638C36C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Training Methodology &amp; Evaluation</a:t>
            </a:r>
            <a:endParaRPr lang="bg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EC6196-38FB-3895-1117-437C58E477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31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47C150-EF1F-165D-0F53-AE4204AFA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Deployment</a:t>
            </a:r>
            <a:endParaRPr lang="bg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C96F1B-387D-4A3B-8756-A9B31FBA4F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28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8F26724-C993-FECD-3430-DF81043B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Results - statistics</a:t>
            </a:r>
            <a:endParaRPr lang="bg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0FA109-7E7F-C665-DEC9-C9F17D3626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57723E5-735C-7D1C-9FFF-65745298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Results – validation accuracy</a:t>
            </a:r>
            <a:endParaRPr lang="bg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1274CA-EE58-19E2-2F6E-0D237EE60A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62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A6C25C9-AEC0-C300-1439-F914DDE4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Results – validation loss</a:t>
            </a:r>
            <a:endParaRPr lang="bg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22A76B-E507-BB51-D437-0A3F6D1BC2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3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Binary image classifier</vt:lpstr>
      <vt:lpstr>1. Main Idea</vt:lpstr>
      <vt:lpstr>2. Comparison </vt:lpstr>
      <vt:lpstr>3. Dataset &amp; Data augmentation</vt:lpstr>
      <vt:lpstr>4. Model Architecture</vt:lpstr>
      <vt:lpstr>5. Training Methodology &amp; Evaluation</vt:lpstr>
      <vt:lpstr>6. Deployment</vt:lpstr>
      <vt:lpstr>7. Results - statistics</vt:lpstr>
      <vt:lpstr>7. Results – validation accuracy</vt:lpstr>
      <vt:lpstr>7. Results – validation loss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Bojidar Bojikov</dc:creator>
  <cp:lastModifiedBy>Bojidar Bojikov</cp:lastModifiedBy>
  <cp:revision>1</cp:revision>
  <dcterms:created xsi:type="dcterms:W3CDTF">2026-02-10T02:06:23Z</dcterms:created>
  <dcterms:modified xsi:type="dcterms:W3CDTF">2026-02-10T02:06:23Z</dcterms:modified>
</cp:coreProperties>
</file>